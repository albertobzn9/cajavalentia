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5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086A6-51B5-489F-A2D5-392911D20BEE}" type="datetimeFigureOut">
              <a:rPr lang="es-MX" smtClean="0"/>
              <a:t>07/02/2013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AEB86-CD44-4ACA-A9C8-542401A1F59B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11928" b="12479"/>
          <a:stretch>
            <a:fillRect/>
          </a:stretch>
        </p:blipFill>
        <p:spPr bwMode="auto">
          <a:xfrm>
            <a:off x="0" y="837908"/>
            <a:ext cx="9144000" cy="5111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Company>http://www.centor.mx.gd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Francisco Sotres</dc:creator>
  <cp:lastModifiedBy>Francisco Sotres</cp:lastModifiedBy>
  <cp:revision>1</cp:revision>
  <dcterms:created xsi:type="dcterms:W3CDTF">2013-02-07T21:50:59Z</dcterms:created>
  <dcterms:modified xsi:type="dcterms:W3CDTF">2013-02-07T21:52:46Z</dcterms:modified>
</cp:coreProperties>
</file>